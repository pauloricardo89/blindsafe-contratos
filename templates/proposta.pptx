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1685" y="-15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651760" y="-2743200"/>
            <a:ext cx="7772400" cy="7772400"/>
          </a:xfrm>
          <a:prstGeom prst="ellipse">
            <a:avLst/>
          </a:prstGeom>
          <a:solidFill>
            <a:srgbClr val="25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61872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457200"/>
            <a:ext cx="45720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 spc="500">
                <a:solidFill>
                  <a:srgbClr val="C9A84C"/>
                </a:solidFill>
                <a:latin typeface="Calibri"/>
              </a:rPr>
              <a:t>BLIND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86968"/>
            <a:ext cx="4572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 spc="250">
                <a:solidFill>
                  <a:srgbClr val="8899AA"/>
                </a:solidFill>
                <a:latin typeface="Calibri"/>
              </a:rPr>
              <a:t>SOLUÇÕES FINANCEIRAS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103120"/>
            <a:ext cx="6793992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0" i="0">
                <a:solidFill>
                  <a:srgbClr val="FFFFFF"/>
                </a:solidFill>
                <a:latin typeface="Georgia"/>
              </a:rPr>
              <a:t>Proposta de</a:t>
            </a:r>
          </a:p>
          <a:p>
            <a:pPr algn="l">
              <a:spcBef>
                <a:spcPts val="200"/>
              </a:spcBef>
            </a:pPr>
            <a:r>
              <a:rPr sz="4400" b="1" i="0">
                <a:solidFill>
                  <a:srgbClr val="C9A84C"/>
                </a:solidFill>
                <a:latin typeface="Georgia"/>
              </a:rPr>
              <a:t>Solução</a:t>
            </a:r>
          </a:p>
          <a:p>
            <a:pPr algn="l">
              <a:spcBef>
                <a:spcPts val="200"/>
              </a:spcBef>
            </a:pPr>
            <a:r>
              <a:rPr sz="4400" b="0" i="0">
                <a:solidFill>
                  <a:srgbClr val="FFFFFF"/>
                </a:solidFill>
                <a:latin typeface="Georgia"/>
              </a:rPr>
              <a:t>Financeira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4572000"/>
            <a:ext cx="12801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4919472"/>
            <a:ext cx="6793992" cy="466344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4919472"/>
            <a:ext cx="50292" cy="4663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51023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SOLICITANTE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39496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Calibri"/>
              </a:rPr>
              <a:t>{{SOLICITANTE_NOME}}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579729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{{SOLICITANTE_EMPRESA}}</a:t>
            </a:r>
            <a:r>
              <a:rPr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b="0" i="0" dirty="0">
                <a:solidFill>
                  <a:srgbClr val="8899AA"/>
                </a:solidFill>
                <a:latin typeface="Calibri"/>
              </a:rPr>
              <a:t/>
            </a:r>
            <a:r>
              <a:rPr b="0" i="0" dirty="0" err="1">
                <a:solidFill>
                  <a:srgbClr val="8899AA"/>
                </a:solidFill>
                <a:latin typeface="Calibri"/>
              </a:rPr>
              <a:t/>
            </a:r>
            <a:endParaRPr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1792" y="6236208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638251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ASSUNTO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66934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8899AA"/>
                </a:solidFill>
                <a:latin typeface="Calibri"/>
              </a:rPr>
              <a:t>{{ASSUNTO}}</a:t>
            </a:r>
            <a:r>
              <a:rPr b="0" i="0" dirty="0">
                <a:solidFill>
                  <a:srgbClr val="8899AA"/>
                </a:solidFill>
                <a:latin typeface="Calibri"/>
              </a:rPr>
              <a:t/>
            </a:r>
            <a:r>
              <a:rPr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b="0" i="0" dirty="0">
                <a:solidFill>
                  <a:srgbClr val="8899AA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7132320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727862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7571231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{{DATA_PROPOSTA}}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8321040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8503920"/>
            <a:ext cx="6400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Estamos à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disposição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quaisquer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dúvidas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ou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esclarecimentos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 Nossa equipe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está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pronta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iniciar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trabalhos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imediatamente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após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confirmação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desta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proposta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Sobre Nosso Escritório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8899AA"/>
                </a:solidFill>
                <a:latin typeface="Calibri"/>
              </a:rPr>
              <a:t>Especialistas em Direito do Consumidor e soluções financeiras.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03504" y="1892807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055875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72768" y="1828800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0D1B3E"/>
                </a:solidFill>
                <a:latin typeface="Georgia"/>
              </a:rPr>
              <a:t>Excelência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Técnica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72768" y="2258568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834639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5A6070"/>
                </a:solidFill>
                <a:latin typeface="Calibri"/>
              </a:rPr>
              <a:t>Fundamentamos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estratégia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sólido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conhecimento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jurídico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experiência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comprovada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casos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financeiros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complexos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4279392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4279392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03504" y="4599431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62" y="4800600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2768" y="4535424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0D1B3E"/>
                </a:solidFill>
                <a:latin typeface="Georgia"/>
              </a:rPr>
              <a:t>Ética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Profissional</a:t>
            </a:r>
            <a:endParaRPr sz="20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72768" y="4965192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5541264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5A6070"/>
                </a:solidFill>
                <a:latin typeface="Calibri"/>
              </a:rPr>
              <a:t>Atuamos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com total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transparência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responsabilidade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garantindo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que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decisão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esteja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alinhada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melhores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interesses.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6986016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6986016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03504" y="7306055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7507224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72768" y="7242048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0D1B3E"/>
                </a:solidFill>
                <a:latin typeface="Georgia"/>
              </a:rPr>
              <a:t>Foco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em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Resultados</a:t>
            </a:r>
            <a:endParaRPr sz="20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572768" y="7671816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" y="8247888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5A6070"/>
                </a:solidFill>
                <a:latin typeface="Calibri"/>
              </a:rPr>
              <a:t>Nosso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compromisso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é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encontrar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a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melhor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solução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financeira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reduzindo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encargos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assegurando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plenamente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direitos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840480" y="-2286000"/>
            <a:ext cx="5943600" cy="59436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4048" y="411480"/>
            <a:ext cx="1234440" cy="310896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411480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 i="0" spc="100">
                <a:solidFill>
                  <a:srgbClr val="0D1B3E"/>
                </a:solidFill>
                <a:latin typeface="Calibri"/>
              </a:rPr>
              <a:t>SEU CASO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932688"/>
            <a:ext cx="6793992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Entendemos a</a:t>
            </a:r>
          </a:p>
          <a:p>
            <a:pPr algn="l">
              <a:spcBef>
                <a:spcPts val="200"/>
              </a:spcBef>
            </a:pPr>
            <a:r>
              <a:rPr sz="3600" b="1" i="0">
                <a:solidFill>
                  <a:srgbClr val="C9A84C"/>
                </a:solidFill>
                <a:latin typeface="Georgia"/>
              </a:rPr>
              <a:t>Sua Situação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212848"/>
            <a:ext cx="67939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8899AA"/>
                </a:solidFill>
                <a:latin typeface="Calibri"/>
              </a:rPr>
              <a:t>Assessoria financeira combativa e humanizada.</a:t>
            </a:r>
          </a:p>
        </p:txBody>
      </p:sp>
      <p:pic>
        <p:nvPicPr>
          <p:cNvPr id="8" name="Picture 7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822960"/>
            <a:ext cx="1920240" cy="19202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4048" y="2633472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84048" y="2816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816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980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TIPO DE 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790" y="335584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Georgia"/>
              </a:rPr>
              <a:t>{{ASSUNTO}}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/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/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048" y="5102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" y="5266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PARTES ENVOLVIDAS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568756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Georgia"/>
              </a:rPr>
              <a:t>{{PARTES_LISTADAS}}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/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/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/>
            </a:r>
            <a:endParaRPr sz="20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0080" y="6085332"/>
            <a:ext cx="640080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{{PARTES_S3_CLEAR}}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7388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84048" y="7388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7552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OBJETIVO JURÍDICO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792784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Georgia"/>
              </a:rPr>
              <a:t>Defesa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estratégica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perante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a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instituição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credora</a:t>
            </a:r>
            <a:endParaRPr sz="20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8590788"/>
            <a:ext cx="640080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Visando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redução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encargos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indevidos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a
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regularização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situação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financeira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Nossa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Cada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etapa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desenhada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garantir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o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melhor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resultado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sua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08960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84048" y="1709928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709928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572768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709928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84831" y="1719072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Análise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do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Contrato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08760" y="2231136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Estudo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aprofundado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todas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cláusulas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condições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do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caso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736592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84048" y="3337560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3337560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200400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3339084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84831" y="3346704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Estratégia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08760" y="3858768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Criação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de plano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contrapropostas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364224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84048" y="4965192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4965192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828032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4937760"/>
            <a:ext cx="438912" cy="438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084831" y="4974336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Assessoria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na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Negociação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508760" y="5486400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Atuação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todas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fases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defender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interesses.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7991856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4048" y="659282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" y="6592824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6455664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1" y="6588590"/>
            <a:ext cx="438912" cy="4389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1" y="6601968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Negociação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com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Credor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08760" y="7114031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Comunicação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direta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com 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instituição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o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melhor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acordo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34" name="Oval 33"/>
          <p:cNvSpPr/>
          <p:nvPr/>
        </p:nvSpPr>
        <p:spPr>
          <a:xfrm>
            <a:off x="384048" y="822045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8220456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8083296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9776" y="8161020"/>
            <a:ext cx="438912" cy="4389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084831" y="8229600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Acompanhamento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Digital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8741664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Acompanhe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faturas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propostas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tempo real.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286000" y="6400800"/>
            <a:ext cx="6400800" cy="64008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502920"/>
            <a:ext cx="6793992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Proposta de Honorários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78992"/>
            <a:ext cx="67939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8899AA"/>
                </a:solidFill>
                <a:latin typeface="Calibri"/>
              </a:rPr>
              <a:t>Opções flexíveis adaptadas à sua realidade financeira.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08760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19072"/>
            <a:ext cx="6793992" cy="406908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1719072"/>
            <a:ext cx="50292" cy="40690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92024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1920240"/>
            <a:ext cx="2743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OPÇÃO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249424"/>
            <a:ext cx="64008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Georgia"/>
              </a:rPr>
              <a:t>Parcelamento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via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Boleto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Bancário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2798063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299923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00" dirty="0">
                <a:solidFill>
                  <a:srgbClr val="C9A84C"/>
                </a:solidFill>
                <a:latin typeface="Calibri"/>
              </a:rPr>
              <a:t>VALOR 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255263"/>
            <a:ext cx="21945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{{OP1_VALOR_TOTAL}}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9923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00" dirty="0">
                <a:solidFill>
                  <a:srgbClr val="C9A84C"/>
                </a:solidFill>
                <a:latin typeface="Calibri"/>
              </a:rPr>
              <a:t>ENTRADA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255263"/>
            <a:ext cx="21945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{{OP1_ENTRADA}}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99923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00" dirty="0">
                <a:solidFill>
                  <a:srgbClr val="C9A84C"/>
                </a:solidFill>
                <a:latin typeface="Calibri"/>
              </a:rPr>
              <a:t>PARCELAS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255263"/>
            <a:ext cx="21945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{{OP1_PARCELAS}}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3959352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4096512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Honorários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início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imediato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dos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trabalhos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via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boleto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bancário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mensal.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4846320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010912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33272" y="4992624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Início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imediato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dos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trabalhos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após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assinatura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pic>
        <p:nvPicPr>
          <p:cNvPr id="24" name="Picture 2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352" y="5010912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70832" y="4992624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5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parcelas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mensais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via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boleto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bancário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84048" y="5971032"/>
            <a:ext cx="6793992" cy="406908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84048" y="5971032"/>
            <a:ext cx="50292" cy="40690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6172200"/>
            <a:ext cx="411480" cy="411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1792" y="6172200"/>
            <a:ext cx="2743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E5CC7A"/>
                </a:solidFill>
                <a:latin typeface="Calibri"/>
              </a:rPr>
              <a:t>OPÇÃO 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501384"/>
            <a:ext cx="64008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Georgia"/>
              </a:rPr>
              <a:t>Pagamento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via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Cartão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de Crédito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" y="7050024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725119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00" dirty="0">
                <a:solidFill>
                  <a:srgbClr val="E5CC7A"/>
                </a:solidFill>
                <a:latin typeface="Calibri"/>
              </a:rPr>
              <a:t>À VISTA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7507224"/>
            <a:ext cx="21945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{{OP2_AVISTA}}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725119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00" dirty="0">
                <a:solidFill>
                  <a:srgbClr val="E5CC7A"/>
                </a:solidFill>
                <a:latin typeface="Calibri"/>
              </a:rPr>
              <a:t>PARCELADO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7507224"/>
            <a:ext cx="21945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Calibri"/>
              </a:rPr>
              <a:t>{{OP2_ATE_PARCELAS}}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2040" y="725119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00" dirty="0">
                <a:solidFill>
                  <a:srgbClr val="E5CC7A"/>
                </a:solidFill>
                <a:latin typeface="Calibri"/>
              </a:rPr>
              <a:t>SEM JUROS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7507224"/>
            <a:ext cx="21945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{{OP2_VALOR_PARCELA}}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" y="8211312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" y="8348472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>
                <a:solidFill>
                  <a:srgbClr val="8899AA"/>
                </a:solidFill>
                <a:latin typeface="Calibri"/>
              </a:rPr>
              <a:t>{{OP2_ECONOMIA_LONGA}}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" y="9098280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9262872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33272" y="9244584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Melhor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custo-benefício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desta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proposta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pic>
        <p:nvPicPr>
          <p:cNvPr id="43" name="Picture 42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352" y="9262872"/>
            <a:ext cx="292608" cy="29260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370832" y="9244584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{{OP2_PARCELAS_SEM_JUROS}}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/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Opção 01 — Boleto Bancário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 dirty="0" err="1">
                <a:solidFill>
                  <a:srgbClr val="8899AA"/>
                </a:solidFill>
                <a:latin typeface="Calibri"/>
              </a:rPr>
              <a:t>Parcelamento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 mensal </a:t>
            </a:r>
            <a:r>
              <a:rPr sz="1200" b="0" i="0" dirty="0" err="1">
                <a:solidFill>
                  <a:srgbClr val="8899AA"/>
                </a:solidFill>
                <a:latin typeface="Calibri"/>
              </a:rPr>
              <a:t>sem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899AA"/>
                </a:solidFill>
                <a:latin typeface="Calibri"/>
              </a:rPr>
              <a:t>complicações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6793992" cy="2331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6793992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VALOR TOTAL DOS HONORÁRIOS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59436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200" b="1" i="0" dirty="0">
                <a:solidFill>
                  <a:srgbClr val="FFFFFF"/>
                </a:solidFill>
                <a:latin typeface="Calibri"/>
              </a:rPr>
              <a:t>{{OP1_VALOR_TOTAL}}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943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Honorários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representação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dívida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judicial.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41605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84048" y="41605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44165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7274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{{OP1_ENTRADA}}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5367528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>
                <a:solidFill>
                  <a:srgbClr val="5A6070"/>
                </a:solidFill>
                <a:latin typeface="Calibri"/>
              </a:rPr>
              <a:t>Para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início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imediato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dos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trabalhos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4048" y="62179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62179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64739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PARCELAS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7848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{{OP1_PARCELAS}}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7424927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Mensais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via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boleto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bancário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4048" y="82753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84048" y="82753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85313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88422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{{OP1_VALOR_TOTAL}}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9482328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>
                <a:solidFill>
                  <a:srgbClr val="5A6070"/>
                </a:solidFill>
                <a:latin typeface="Calibri"/>
              </a:rPr>
              <a:t>Sem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juros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adicionais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 i="0">
                <a:solidFill>
                  <a:srgbClr val="8899AA"/>
                </a:solidFill>
                <a:latin typeface="Calibri"/>
              </a:rPr>
              <a:t>BlindSafe Soluções Financeiras  |  contato@blindsafe.com.br  |  (21) 3437-5022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200400" y="-1828800"/>
            <a:ext cx="6400800" cy="64008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411480"/>
            <a:ext cx="679399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50" dirty="0">
                <a:solidFill>
                  <a:srgbClr val="C9A84C"/>
                </a:solidFill>
                <a:latin typeface="Calibri"/>
              </a:rPr>
              <a:t>OPÇÃO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04088"/>
            <a:ext cx="6793992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300" b="0" i="0">
                <a:solidFill>
                  <a:srgbClr val="FFFFFF"/>
                </a:solidFill>
                <a:latin typeface="Georgia"/>
              </a:rPr>
              <a:t>Pagamento via Cartão</a:t>
            </a:r>
          </a:p>
          <a:p>
            <a:pPr algn="l">
              <a:spcBef>
                <a:spcPts val="300"/>
              </a:spcBef>
            </a:pPr>
            <a:r>
              <a:rPr sz="3300" b="1" i="0">
                <a:solidFill>
                  <a:srgbClr val="C9A84C"/>
                </a:solidFill>
                <a:latin typeface="Georgia"/>
              </a:rPr>
              <a:t>de Crédito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901952"/>
            <a:ext cx="3264408" cy="2834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084831"/>
            <a:ext cx="308152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0D1B3E"/>
                </a:solidFill>
                <a:latin typeface="Calibri"/>
              </a:rPr>
              <a:t>À VISTA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081527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{{OP2_AVISTA}}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90672"/>
            <a:ext cx="3081527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0D1B3E"/>
                </a:solidFill>
                <a:latin typeface="Calibri"/>
              </a:rPr>
              <a:t>com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desconto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especial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429000"/>
            <a:ext cx="2971800" cy="274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493008"/>
            <a:ext cx="308152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>
                <a:solidFill>
                  <a:srgbClr val="0D1B3E"/>
                </a:solidFill>
                <a:latin typeface="Calibri"/>
              </a:rPr>
              <a:t>{{OP2_ECONOMIA_CURTA}}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85615"/>
            <a:ext cx="3081527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0D1B3E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relação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ao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parcelado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por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boleto</a:t>
            </a:r>
            <a:endParaRPr sz="1400" b="0" i="0" dirty="0">
              <a:solidFill>
                <a:srgbClr val="0D1B3E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785615" y="1901952"/>
            <a:ext cx="3392424" cy="283464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785615" y="1901952"/>
            <a:ext cx="50292" cy="2834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86783" y="2084831"/>
            <a:ext cx="311810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00" dirty="0">
                <a:solidFill>
                  <a:srgbClr val="C9A84C"/>
                </a:solidFill>
                <a:latin typeface="Calibri"/>
              </a:rPr>
              <a:t>PARCELADO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6783" y="2377440"/>
            <a:ext cx="3118104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{{OP2_ATE_PARCELAS}}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6783" y="2688336"/>
            <a:ext cx="3118104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{{OP2_VALOR_PARCELA}}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3" y="3328416"/>
            <a:ext cx="3118104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sem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juros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adicionais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86783" y="3639312"/>
            <a:ext cx="3118104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{{OP2_TOTAL}}
{{OP2_PARCELAS_MENSAIS}}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/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/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84048" y="4928616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49240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88720" y="5413248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Início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imediato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dos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trabalhos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após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confirmação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84048" y="6281927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702551"/>
            <a:ext cx="438912" cy="438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88720" y="6775703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FFFFFF"/>
                </a:solidFill>
                <a:latin typeface="Calibri"/>
              </a:rPr>
              <a:t>Maior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flexibilidade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no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planejamento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financeiro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84048" y="7635240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055864"/>
            <a:ext cx="438912" cy="438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88720" y="8110031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Melhor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custo-benefício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desta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proposta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84048" y="8988551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9409176"/>
            <a:ext cx="438912" cy="4389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9444359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Aprovação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rápida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sem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burocracia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adicional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Georgia"/>
              </a:rPr>
              <a:t>Por </a:t>
            </a:r>
            <a:r>
              <a:rPr sz="2700" b="1" i="0" dirty="0" err="1">
                <a:solidFill>
                  <a:srgbClr val="FFFFFF"/>
                </a:solidFill>
                <a:latin typeface="Georgia"/>
              </a:rPr>
              <a:t>Que</a:t>
            </a:r>
            <a:r>
              <a:rPr sz="2700" b="1" i="0" dirty="0">
                <a:solidFill>
                  <a:srgbClr val="FFFFFF"/>
                </a:solidFill>
                <a:latin typeface="Georgia"/>
              </a:rPr>
              <a:t> Nos </a:t>
            </a:r>
            <a:r>
              <a:rPr sz="2700" b="1" i="0" dirty="0" err="1">
                <a:solidFill>
                  <a:srgbClr val="FFFFFF"/>
                </a:solidFill>
                <a:latin typeface="Georgia"/>
              </a:rPr>
              <a:t>Escolher</a:t>
            </a:r>
            <a:r>
              <a:rPr sz="2700" b="1" i="0" dirty="0">
                <a:solidFill>
                  <a:srgbClr val="FFFFFF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Comprometidos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com 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excelência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cada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etapa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6928" y="186537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2064258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898648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Segurança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Financeira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" y="3383280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3538728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Atuação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técnica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segura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baseada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sólidos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conhecimentos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financeiros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experiência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comprovada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casos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similares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1572768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13048" y="1572768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995928" y="186537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812" y="2080260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59352" y="2898648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Atendimento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Humanizado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959352" y="3383280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59352" y="3538728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Atendimento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personalizado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compreendendo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necessidades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cliente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com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comunicação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constante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transparente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431536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5431536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66928" y="572414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5939028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0352" y="6757416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Ética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e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Responsabilidade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30352" y="7242048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7397496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5A6070"/>
                </a:solidFill>
                <a:latin typeface="Calibri"/>
              </a:rPr>
              <a:t>Trabalho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pautado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pelos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mais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altos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padrões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éticos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com total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transparência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comprometimento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absoluto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com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direitos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3048" y="5431536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813048" y="5431536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995928" y="572414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812" y="5939028"/>
            <a:ext cx="438912" cy="4389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59352" y="6757416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Acompanhamento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Digital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9352" y="7242048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959352" y="7397496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Acompanhe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sua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faturas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propostas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tempo real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pelo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nosso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aplicativo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exclusivo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clientes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9308592"/>
            <a:ext cx="6793992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9308592"/>
            <a:ext cx="679399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 dirty="0" err="1">
                <a:solidFill>
                  <a:srgbClr val="C9A84C"/>
                </a:solidFill>
                <a:latin typeface="Calibri"/>
              </a:rPr>
              <a:t>Assessoria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jurídica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combativa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humanizada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transparente</a:t>
            </a:r>
            <a:endParaRPr sz="1400" b="0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286000" y="-2286000"/>
            <a:ext cx="7315200" cy="73152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4048" y="411480"/>
            <a:ext cx="2606040" cy="310896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411480"/>
            <a:ext cx="26060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 spc="100" dirty="0">
                <a:solidFill>
                  <a:srgbClr val="0D1B3E"/>
                </a:solidFill>
                <a:latin typeface="Calibri"/>
              </a:rPr>
              <a:t>CONSIDERAÇÕES FINAIS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932688"/>
            <a:ext cx="6793992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Nosso Compromisso</a:t>
            </a:r>
          </a:p>
          <a:p>
            <a:pPr algn="l">
              <a:spcBef>
                <a:spcPts val="300"/>
              </a:spcBef>
            </a:pPr>
            <a:r>
              <a:rPr sz="3600" b="1" i="0">
                <a:solidFill>
                  <a:srgbClr val="C9A84C"/>
                </a:solidFill>
                <a:latin typeface="Georgia"/>
              </a:rPr>
              <a:t>com Você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212848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2359152"/>
            <a:ext cx="6793992" cy="228600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2359152"/>
            <a:ext cx="50292" cy="2286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2542032"/>
            <a:ext cx="640080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Oferecemos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uma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consultoria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combativa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humanizada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transparente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Nosso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objetivo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é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garantir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o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melhor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acordo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possível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redução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encargos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indevidos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, com total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ética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responsabilidade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
Estamos à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sua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inteira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disposição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quaisquer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dúvidas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ou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esclarecimentos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892040"/>
            <a:ext cx="6793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50" dirty="0">
                <a:solidFill>
                  <a:srgbClr val="C9A84C"/>
                </a:solidFill>
                <a:latin typeface="Calibri"/>
              </a:rPr>
              <a:t>CONTATO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5285232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5285232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5413248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Atendimento</a:t>
            </a:r>
            <a:r>
              <a:rPr sz="1200" b="1" i="0" spc="150" dirty="0">
                <a:solidFill>
                  <a:srgbClr val="C9A84C"/>
                </a:solidFill>
                <a:latin typeface="Calibri"/>
              </a:rPr>
              <a:t> </a:t>
            </a:r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Imediato</a:t>
            </a:r>
            <a:endParaRPr sz="1200" b="1" i="0" spc="15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2" y="5669280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(21) 3437-5022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108192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WhatsApp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disponível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4048" y="6766560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84048" y="6766560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6894576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>
                <a:solidFill>
                  <a:srgbClr val="C9A84C"/>
                </a:solidFill>
                <a:latin typeface="Calibri"/>
              </a:rPr>
              <a:t>E-mail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7150608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contato@blindsafe.com.br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758952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Resposta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até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24 horas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8247888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84048" y="8247888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8375904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Aplicativo</a:t>
            </a:r>
            <a:endParaRPr sz="1200" b="1" i="0" spc="15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1792" y="8631936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Link privado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enviado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1792" y="9070848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Após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início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dos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trabalhos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84048" y="10149840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10222992"/>
            <a:ext cx="679399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 dirty="0" err="1">
                <a:solidFill>
                  <a:srgbClr val="8899AA"/>
                </a:solidFill>
                <a:latin typeface="Calibri"/>
              </a:rPr>
              <a:t>Atenciosamente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, Equipe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772</Words>
  <Application>Microsoft Office PowerPoint</Application>
  <PresentationFormat>Personalizar</PresentationFormat>
  <Paragraphs>138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Paulo Ricardo</cp:lastModifiedBy>
  <cp:revision>3</cp:revision>
  <dcterms:created xsi:type="dcterms:W3CDTF">2013-01-27T09:14:16Z</dcterms:created>
  <dcterms:modified xsi:type="dcterms:W3CDTF">2026-04-30T16:26:16Z</dcterms:modified>
  <cp:category/>
</cp:coreProperties>
</file>